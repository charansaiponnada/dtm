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3" roundtripDataSignature="AMtx7mgHH8pgmPEI3bzDpiTgZ0hJ6f+9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>
            <p:ph type="ctrTitle"/>
          </p:nvPr>
        </p:nvSpPr>
        <p:spPr>
          <a:xfrm>
            <a:off x="0" y="1275262"/>
            <a:ext cx="9144000" cy="8052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imes New Roman"/>
              <a:buNone/>
            </a:pPr>
            <a:r>
              <a:rPr b="1" lang="en-GB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AI/ML Hackathon</a:t>
            </a:r>
            <a:endParaRPr b="1" sz="3000"/>
          </a:p>
        </p:txBody>
      </p:sp>
      <p:sp>
        <p:nvSpPr>
          <p:cNvPr id="63" name="Google Shape;63;p1"/>
          <p:cNvSpPr txBox="1"/>
          <p:nvPr/>
        </p:nvSpPr>
        <p:spPr>
          <a:xfrm>
            <a:off x="1203800" y="2215350"/>
            <a:ext cx="701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Round Presentation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4" name="Google Shape;64;p1" title="IIT TP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6113" y="214667"/>
            <a:ext cx="1274214" cy="805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" title="IITTNiF Logo 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2219" y="214657"/>
            <a:ext cx="2058414" cy="805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" title="NMICPS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0634" y="168194"/>
            <a:ext cx="898012" cy="898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" title="1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7793" y="270856"/>
            <a:ext cx="2613152" cy="69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" title="nic-logo-nic-logo-1-bilingual-sans-01.jp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90950" y="214672"/>
            <a:ext cx="1677247" cy="8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"/>
          <p:cNvSpPr txBox="1"/>
          <p:nvPr/>
        </p:nvSpPr>
        <p:spPr>
          <a:xfrm>
            <a:off x="2150750" y="2796650"/>
            <a:ext cx="5010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Team Id </a:t>
            </a:r>
            <a:r>
              <a:rPr b="0" i="0" lang="en-GB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umber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Organization/Institution 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Title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 PS-1 / PS-2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"/>
          <p:cNvSpPr txBox="1"/>
          <p:nvPr>
            <p:ph type="ctrTitle"/>
          </p:nvPr>
        </p:nvSpPr>
        <p:spPr>
          <a:xfrm>
            <a:off x="0" y="4754700"/>
            <a:ext cx="9144000" cy="4155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90"/>
              <a:buFont typeface="Times New Roman"/>
              <a:buNone/>
            </a:pPr>
            <a:r>
              <a:rPr b="1" lang="en-GB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Powered by: Geospatial Intelligence and Applications Laboratory, IITTNiF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/>
          <p:nvPr>
            <p:ph type="ctrTitle"/>
          </p:nvPr>
        </p:nvSpPr>
        <p:spPr>
          <a:xfrm>
            <a:off x="0" y="12"/>
            <a:ext cx="9144000" cy="8052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imes New Roman"/>
              <a:buNone/>
            </a:pPr>
            <a:r>
              <a:rPr b="1" lang="en-GB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 b="1" sz="3000"/>
          </a:p>
        </p:txBody>
      </p:sp>
      <p:sp>
        <p:nvSpPr>
          <p:cNvPr id="77" name="Google Shape;77;p2"/>
          <p:cNvSpPr txBox="1"/>
          <p:nvPr>
            <p:ph type="ctrTitle"/>
          </p:nvPr>
        </p:nvSpPr>
        <p:spPr>
          <a:xfrm>
            <a:off x="0" y="4754700"/>
            <a:ext cx="9144000" cy="4155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90"/>
              <a:buFont typeface="Times New Roman"/>
              <a:buNone/>
            </a:pPr>
            <a:r>
              <a:rPr b="1" lang="en-GB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Powered by: Geospatial Intelligence and Applications Laboratory, IITTNiF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/>
          <p:nvPr>
            <p:ph type="ctrTitle"/>
          </p:nvPr>
        </p:nvSpPr>
        <p:spPr>
          <a:xfrm>
            <a:off x="0" y="12"/>
            <a:ext cx="9144000" cy="8052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imes New Roman"/>
              <a:buNone/>
            </a:pPr>
            <a:r>
              <a:rPr b="1" lang="en-GB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 / Workflow</a:t>
            </a:r>
            <a:endParaRPr b="1" sz="3000"/>
          </a:p>
        </p:txBody>
      </p:sp>
      <p:sp>
        <p:nvSpPr>
          <p:cNvPr id="84" name="Google Shape;84;p3"/>
          <p:cNvSpPr txBox="1"/>
          <p:nvPr>
            <p:ph type="ctrTitle"/>
          </p:nvPr>
        </p:nvSpPr>
        <p:spPr>
          <a:xfrm>
            <a:off x="0" y="4754700"/>
            <a:ext cx="9144000" cy="4155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90"/>
              <a:buFont typeface="Times New Roman"/>
              <a:buNone/>
            </a:pPr>
            <a:r>
              <a:rPr b="1" lang="en-GB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Powered by: Geospatial Intelligence and Applications Laboratory, IITTNiF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/>
          <p:nvPr>
            <p:ph type="ctrTitle"/>
          </p:nvPr>
        </p:nvSpPr>
        <p:spPr>
          <a:xfrm>
            <a:off x="0" y="12"/>
            <a:ext cx="9144000" cy="8052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imes New Roman"/>
              <a:buNone/>
            </a:pPr>
            <a:r>
              <a:rPr b="1" lang="en-GB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&amp; Technical Approach</a:t>
            </a:r>
            <a:endParaRPr b="1" sz="3000"/>
          </a:p>
        </p:txBody>
      </p:sp>
      <p:sp>
        <p:nvSpPr>
          <p:cNvPr id="91" name="Google Shape;91;p4"/>
          <p:cNvSpPr txBox="1"/>
          <p:nvPr>
            <p:ph type="ctrTitle"/>
          </p:nvPr>
        </p:nvSpPr>
        <p:spPr>
          <a:xfrm>
            <a:off x="0" y="4754700"/>
            <a:ext cx="9144000" cy="4155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90"/>
              <a:buFont typeface="Times New Roman"/>
              <a:buNone/>
            </a:pPr>
            <a:r>
              <a:rPr b="1" lang="en-GB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Powered by: Geospatial Intelligence and Applications Laboratory, IITTNiF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/>
          <p:nvPr>
            <p:ph type="ctrTitle"/>
          </p:nvPr>
        </p:nvSpPr>
        <p:spPr>
          <a:xfrm>
            <a:off x="0" y="12"/>
            <a:ext cx="9144000" cy="8052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imes New Roman"/>
              <a:buNone/>
            </a:pPr>
            <a:r>
              <a:rPr b="1" lang="en-GB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&amp; Demonstration</a:t>
            </a:r>
            <a:endParaRPr b="1" sz="3000"/>
          </a:p>
        </p:txBody>
      </p:sp>
      <p:sp>
        <p:nvSpPr>
          <p:cNvPr id="98" name="Google Shape;98;p5"/>
          <p:cNvSpPr txBox="1"/>
          <p:nvPr>
            <p:ph type="ctrTitle"/>
          </p:nvPr>
        </p:nvSpPr>
        <p:spPr>
          <a:xfrm>
            <a:off x="0" y="4754700"/>
            <a:ext cx="9144000" cy="4155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90"/>
              <a:buFont typeface="Times New Roman"/>
              <a:buNone/>
            </a:pPr>
            <a:r>
              <a:rPr b="1" lang="en-GB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Powered by: Geospatial Intelligence and Applications Laboratory, IITTNiF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/>
          <p:nvPr>
            <p:ph type="ctrTitle"/>
          </p:nvPr>
        </p:nvSpPr>
        <p:spPr>
          <a:xfrm>
            <a:off x="0" y="12"/>
            <a:ext cx="9144000" cy="8052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imes New Roman"/>
              <a:buNone/>
            </a:pPr>
            <a:r>
              <a:rPr b="1" lang="en-GB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Innovation &amp; Key Learnings</a:t>
            </a:r>
            <a:endParaRPr b="1" sz="3000"/>
          </a:p>
        </p:txBody>
      </p:sp>
      <p:sp>
        <p:nvSpPr>
          <p:cNvPr id="105" name="Google Shape;105;p6"/>
          <p:cNvSpPr txBox="1"/>
          <p:nvPr>
            <p:ph type="ctrTitle"/>
          </p:nvPr>
        </p:nvSpPr>
        <p:spPr>
          <a:xfrm>
            <a:off x="0" y="4754700"/>
            <a:ext cx="9144000" cy="4155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90"/>
              <a:buFont typeface="Times New Roman"/>
              <a:buNone/>
            </a:pPr>
            <a:r>
              <a:rPr b="1" lang="en-GB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Powered by: Geospatial Intelligence and Applications Laboratory, IITTNiF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>
            <p:ph type="ctrTitle"/>
          </p:nvPr>
        </p:nvSpPr>
        <p:spPr>
          <a:xfrm>
            <a:off x="0" y="1879612"/>
            <a:ext cx="9144000" cy="8052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imes New Roman"/>
              <a:buNone/>
            </a:pPr>
            <a:r>
              <a:rPr b="1" lang="en-GB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Q&amp;A</a:t>
            </a:r>
            <a:endParaRPr b="1" sz="3000"/>
          </a:p>
        </p:txBody>
      </p:sp>
      <p:sp>
        <p:nvSpPr>
          <p:cNvPr id="112" name="Google Shape;112;p7"/>
          <p:cNvSpPr txBox="1"/>
          <p:nvPr>
            <p:ph type="ctrTitle"/>
          </p:nvPr>
        </p:nvSpPr>
        <p:spPr>
          <a:xfrm>
            <a:off x="0" y="4754700"/>
            <a:ext cx="9144000" cy="415500"/>
          </a:xfrm>
          <a:prstGeom prst="rect">
            <a:avLst/>
          </a:prstGeom>
          <a:solidFill>
            <a:srgbClr val="8520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90"/>
              <a:buFont typeface="Times New Roman"/>
              <a:buNone/>
            </a:pPr>
            <a:r>
              <a:rPr b="1" lang="en-GB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Powered by: Geospatial Intelligence and Applications Laboratory, IITTNiF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